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de Planning de Service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l'Architecture au Pixel : Un SaaS Construit en Solo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840480"/>
            <a:ext cx="2743200" cy="54864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39319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Amos DORCEUS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4160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Developer | Open to 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Défi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34874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80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Complexe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1554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Organisations religieuses et associatives avec des besoins multi-campus et multi-ministères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244602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3774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Planification Stricte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37160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Contraintes métier complexes : compétences, disponibilités, rôles multiples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54330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4747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Inadaptés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371600" y="3749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et fichiers partagés ne répondent plus aux besoins de fiabilité et traçabilité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MLA : Une Plateforme Complète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143000"/>
            <a:ext cx="7589520" cy="28346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0624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4206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Calendrier interactif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20624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66360" y="4206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compétences par créneau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7200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4572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complète par campus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572000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166360" y="4572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 publication structuré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Profils Utilisateurs &amp; Compétences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Desktop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17320"/>
            <a:ext cx="4023360" cy="2651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Mobile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43600" y="1371600"/>
            <a:ext cx="18288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9320" y="1417320"/>
            <a:ext cx="1737360" cy="265176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63040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29200" y="14630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multi-campus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920240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29200" y="19202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Affectation ministères/pôles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377440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29200" y="23774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responsive natif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d'Édition Avancée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43000"/>
            <a:ext cx="8138160" cy="31089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572000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5920" y="4572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Formulaire drawer moderne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572000"/>
            <a:ext cx="182880" cy="182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31920" y="4572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affectations campus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572000"/>
            <a:ext cx="182880" cy="1828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17920" y="4572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temps réel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Création &amp; Édition de Planning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43000"/>
            <a:ext cx="8138160" cy="31089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572000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03120" y="4572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d'activités multiples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4572000"/>
            <a:ext cx="182880" cy="182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06240" y="4572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créneaux horaires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572000"/>
            <a:ext cx="182880" cy="1828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09360" y="4572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Assignation par ministère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Technique &amp; Architecture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FastAPI (Python)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+ blacklist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RBAC strict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Alembic migrations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188720"/>
            <a:ext cx="274320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66160" y="18288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Nuxt 4 (Vue 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Pinia (state)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Updates optimistes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Architecture layers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3774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188720"/>
            <a:ext cx="23774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188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Pytest (&gt;80%)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Monorepo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CI/CD ready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en Couches Propres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→ Métier → Données | RBAC | Validation Workflow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Binôme Homme-IA : Une Approche Réfléchie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2286000"/>
            <a:ext cx="39319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Claude AI comme partenaire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Challenger les décisions d'architecture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Explorer les edge cases métier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Optimiser les patterns de code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"Rubber ducking" intelligent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286000"/>
            <a:ext cx="393192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Mais jamais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37760" y="28346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Code copié sans compréhension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Délégation de responsabilité technique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Dépendance aveugle aux suggestions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Perte de maîtrise du domaine métier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828800" y="4754880"/>
            <a:ext cx="5486400" cy="2743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4" name="Text 11"/>
          <p:cNvSpPr/>
          <p:nvPr/>
        </p:nvSpPr>
        <p:spPr>
          <a:xfrm>
            <a:off x="18288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Human-Led, AI-Assisted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J'ai Appris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0116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m'a le plus appris n'est pas la stack — 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de devoir défendre chaque décision 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d'architecture sans filet.</a:t>
            </a:r>
            <a:endParaRPr lang="en-US" sz="2200" dirty="0"/>
          </a:p>
          <a:p>
            <a:pPr algn="ctr" indent="0" marL="0">
              <a:buNone/>
            </a:pPr>
            <a:r>
              <a:rPr lang="en-US" sz="48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219456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7490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657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domaine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83280" y="3657600"/>
            <a:ext cx="219456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7490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3657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multi-tenant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852160" y="3657600"/>
            <a:ext cx="219456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7490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9360" y="3657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scalabilité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914400" y="4297680"/>
            <a:ext cx="219456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8912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en couches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3383280" y="4297680"/>
            <a:ext cx="219456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438912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84048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Mobile Native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0" y="11887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46120" y="1234440"/>
            <a:ext cx="2651760" cy="33832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" y="1828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adaptatif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724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intuitive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2880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20840" y="1828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Performances optimisées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200400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72084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PWA-ready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Techniques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Épiques Livrées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0" y="13716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5544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616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280+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356616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Fichiers Structurés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09360" y="13716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544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25+</a:t>
            </a:r>
            <a:endParaRPr lang="en-US" sz="3600" dirty="0"/>
          </a:p>
        </p:txBody>
      </p:sp>
      <p:sp>
        <p:nvSpPr>
          <p:cNvPr id="15" name="Text 10"/>
          <p:cNvSpPr/>
          <p:nvPr/>
        </p:nvSpPr>
        <p:spPr>
          <a:xfrm>
            <a:off x="640080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PostgreSQL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301752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004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19" name="Text 13"/>
          <p:cNvSpPr/>
          <p:nvPr/>
        </p:nvSpPr>
        <p:spPr>
          <a:xfrm>
            <a:off x="73152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Development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474720" y="301752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20040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56616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Nuxt 4</a:t>
            </a:r>
            <a:endParaRPr lang="en-US" sz="3600" dirty="0"/>
          </a:p>
        </p:txBody>
      </p:sp>
      <p:sp>
        <p:nvSpPr>
          <p:cNvPr id="23" name="Text 16"/>
          <p:cNvSpPr/>
          <p:nvPr/>
        </p:nvSpPr>
        <p:spPr>
          <a:xfrm>
            <a:off x="356616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Layers Architecture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309360" y="301752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20040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0080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PyTest</a:t>
            </a:r>
            <a:endParaRPr lang="en-US" sz="3600" dirty="0"/>
          </a:p>
        </p:txBody>
      </p:sp>
      <p:sp>
        <p:nvSpPr>
          <p:cNvPr id="27" name="Text 19"/>
          <p:cNvSpPr/>
          <p:nvPr/>
        </p:nvSpPr>
        <p:spPr>
          <a:xfrm>
            <a:off x="640080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d'Intégration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Étape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Rejoindre une Équipe Exigeante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840480" cy="20116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Recherche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Équipe avec standards élevés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Défis d'architecture complexes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Culture d'apprentissage continu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2011680"/>
            <a:ext cx="3840480" cy="20116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Apporte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5603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Capacité à concevoir et livrer seul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Rigueur architecturale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Maîtrise full-stack moderne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4206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Question Ouverte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avez déjà modélisé des domaines métier pour des 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organisations non lucratives ou communautaires 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Curieux de savoir quels problèmes vous avez trouvés 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plus difficiles à concevoir.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MLA - Application de Planning de Service</dc:title>
  <dc:subject>PptxGenJS Presentation</dc:subject>
  <dc:creator>Amos DORCEUS</dc:creator>
  <cp:lastModifiedBy>Amos DORCEUS</cp:lastModifiedBy>
  <cp:revision>1</cp:revision>
  <dcterms:created xsi:type="dcterms:W3CDTF">2026-03-09T01:50:20Z</dcterms:created>
  <dcterms:modified xsi:type="dcterms:W3CDTF">2026-03-09T01:50:20Z</dcterms:modified>
</cp:coreProperties>
</file>